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9fff4bf8144811" /><Relationship Type="http://schemas.openxmlformats.org/officeDocument/2006/relationships/extended-properties" Target="/docProps/app.xml" Id="R5d99bc339c164e22" /><Relationship Type="http://schemas.openxmlformats.org/officeDocument/2006/relationships/officeDocument" Target="/ppt/presentation.xml" Id="R55c036d3ed4846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85cb5e12a14aa4"/>
  </p:sldMasterIdLst>
  <p:notesMasterIdLst>
    <p:notesMasterId xmlns:r="http://schemas.openxmlformats.org/officeDocument/2006/relationships" r:id="R30c00d00f6224925"/>
  </p:notesMasterIdLst>
  <p:sldIdLst>
    <p:sldId xmlns:r="http://schemas.openxmlformats.org/officeDocument/2006/relationships" id="256" r:id="Rd97ffead50574f71"/>
    <p:sldId xmlns:r="http://schemas.openxmlformats.org/officeDocument/2006/relationships" id="257" r:id="R52f2d9870ed54bca"/>
    <p:sldId xmlns:r="http://schemas.openxmlformats.org/officeDocument/2006/relationships" id="258" r:id="R4eacc8b37fcb4121"/>
    <p:sldId xmlns:r="http://schemas.openxmlformats.org/officeDocument/2006/relationships" id="259" r:id="R854837db56974e7c"/>
    <p:sldId xmlns:r="http://schemas.openxmlformats.org/officeDocument/2006/relationships" id="260" r:id="Re6f7faf3013341ef"/>
    <p:sldId xmlns:r="http://schemas.openxmlformats.org/officeDocument/2006/relationships" id="261" r:id="R07bd4ffe98154763"/>
    <p:sldId xmlns:r="http://schemas.openxmlformats.org/officeDocument/2006/relationships" id="262" r:id="R02d26b9b31734f98"/>
    <p:sldId xmlns:r="http://schemas.openxmlformats.org/officeDocument/2006/relationships" id="263" r:id="R7ddb9b1b6192465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a28f05317e4ba8" /><Relationship Type="http://schemas.openxmlformats.org/officeDocument/2006/relationships/slideMaster" Target="/ppt/slideMasters/slideMaster1.xml" Id="R8885cb5e12a14aa4" /><Relationship Type="http://schemas.openxmlformats.org/officeDocument/2006/relationships/notesMaster" Target="/ppt/notesMasters/notesMaster1.xml" Id="R30c00d00f6224925" /><Relationship Type="http://schemas.openxmlformats.org/officeDocument/2006/relationships/presProps" Target="/ppt/presProps.xml" Id="R2b9dd38d706c46b4" /><Relationship Type="http://schemas.openxmlformats.org/officeDocument/2006/relationships/tableStyles" Target="/ppt/tableStyles.xml" Id="Rc52b74f22f6d432f" /><Relationship Type="http://schemas.openxmlformats.org/officeDocument/2006/relationships/slide" Target="/ppt/slides/slide1.xml" Id="Rd97ffead50574f71" /><Relationship Type="http://schemas.openxmlformats.org/officeDocument/2006/relationships/slide" Target="/ppt/slides/slide2.xml" Id="R52f2d9870ed54bca" /><Relationship Type="http://schemas.openxmlformats.org/officeDocument/2006/relationships/slide" Target="/ppt/slides/slide3.xml" Id="R4eacc8b37fcb4121" /><Relationship Type="http://schemas.openxmlformats.org/officeDocument/2006/relationships/slide" Target="/ppt/slides/slide4.xml" Id="R854837db56974e7c" /><Relationship Type="http://schemas.openxmlformats.org/officeDocument/2006/relationships/slide" Target="/ppt/slides/slide5.xml" Id="Re6f7faf3013341ef" /><Relationship Type="http://schemas.openxmlformats.org/officeDocument/2006/relationships/slide" Target="/ppt/slides/slide6.xml" Id="R07bd4ffe98154763" /><Relationship Type="http://schemas.openxmlformats.org/officeDocument/2006/relationships/slide" Target="/ppt/slides/slide7.xml" Id="R02d26b9b31734f98" /><Relationship Type="http://schemas.openxmlformats.org/officeDocument/2006/relationships/slide" Target="/ppt/slides/slide8.xml" Id="R7ddb9b1b619246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efa21dac874d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85e1580f774e7c" /><Relationship Type="http://schemas.openxmlformats.org/officeDocument/2006/relationships/notesMaster" Target="/ppt/notesMasters/notesMaster1.xml" Id="Rab2a6dfd757a421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05f0e5c76748d2" /><Relationship Type="http://schemas.openxmlformats.org/officeDocument/2006/relationships/notesMaster" Target="/ppt/notesMasters/notesMaster1.xml" Id="R71d434f0baec4f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6d989a1e944ea3" /><Relationship Type="http://schemas.openxmlformats.org/officeDocument/2006/relationships/notesMaster" Target="/ppt/notesMasters/notesMaster1.xml" Id="R6a3789528697455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d217b586644569" /><Relationship Type="http://schemas.openxmlformats.org/officeDocument/2006/relationships/notesMaster" Target="/ppt/notesMasters/notesMaster1.xml" Id="R80c7d91048da4d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b8fd328f314832" /><Relationship Type="http://schemas.openxmlformats.org/officeDocument/2006/relationships/notesMaster" Target="/ppt/notesMasters/notesMaster1.xml" Id="R10c360e974ba47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50eb50ece8e47aa" /><Relationship Type="http://schemas.openxmlformats.org/officeDocument/2006/relationships/notesMaster" Target="/ppt/notesMasters/notesMaster1.xml" Id="Rccc73c27cca24f8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0366692fb1a4cd5" /><Relationship Type="http://schemas.openxmlformats.org/officeDocument/2006/relationships/notesMaster" Target="/ppt/notesMasters/notesMaster1.xml" Id="Rb548562653b4444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d989f28cc74482d" /><Relationship Type="http://schemas.openxmlformats.org/officeDocument/2006/relationships/notesMaster" Target="/ppt/notesMasters/notesMaster1.xml" Id="R3140f04717b84b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55c7cf861044f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9362c9301e46a1" /><Relationship Type="http://schemas.openxmlformats.org/officeDocument/2006/relationships/slideLayout" Target="/ppt/slideLayouts/slideLayout1.xml" Id="R91eab2505cb740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eab2505cb740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7f6217ef544f9f" /><Relationship Type="http://schemas.openxmlformats.org/officeDocument/2006/relationships/notesSlide" Target="/ppt/notesSlides/notesSlide1.xml" Id="R1d7b0af8148140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ae44257eba4911" /><Relationship Type="http://schemas.openxmlformats.org/officeDocument/2006/relationships/notesSlide" Target="/ppt/notesSlides/notesSlide2.xml" Id="R352df36a5b7c48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47298ead074cd1" /><Relationship Type="http://schemas.openxmlformats.org/officeDocument/2006/relationships/notesSlide" Target="/ppt/notesSlides/notesSlide3.xml" Id="R7ddd0f795a264d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936fd78ad147de" /><Relationship Type="http://schemas.openxmlformats.org/officeDocument/2006/relationships/notesSlide" Target="/ppt/notesSlides/notesSlide4.xml" Id="R48eed96abba241f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8cb7a9d95f4808" /><Relationship Type="http://schemas.openxmlformats.org/officeDocument/2006/relationships/notesSlide" Target="/ppt/notesSlides/notesSlide5.xml" Id="Re6b1b0b9bdaa494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4a1541182d46d7" /><Relationship Type="http://schemas.openxmlformats.org/officeDocument/2006/relationships/notesSlide" Target="/ppt/notesSlides/notesSlide6.xml" Id="Rd7fa1d7d1a0b42b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4200271f1d4559" /><Relationship Type="http://schemas.openxmlformats.org/officeDocument/2006/relationships/notesSlide" Target="/ppt/notesSlides/notesSlide7.xml" Id="R3416440361aa46f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5f13ac92f44fe0" /><Relationship Type="http://schemas.openxmlformats.org/officeDocument/2006/relationships/notesSlide" Target="/ppt/notesSlides/notesSlide8.xml" Id="R61efd6ea880f402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0477660C-555C-48E7-8DA7-68E1B6E13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Errand
Autonomous local commerce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58E27ACF-6C45-4E50-B4C8-B0B6DD6D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Agents pay for trusted inventory, decide under policy, and settle pickup orders in USDC.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571483F9-0E91-4186-B910-28E510BD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BUILD ON ARC · AGENTIC ECONOMY</a:t>
            </a:r>
          </a:p>
        </p:txBody>
      </p:sp>
    </p:spTree>
    <p:extLst>
      <p:ext uri="{BB962C8B-B14F-4D97-AF65-F5344CB8AC3E}">
        <p14:creationId xmlns:p14="http://schemas.microsoft.com/office/powerpoint/2010/main" val="50989469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E5941F41-ADA0-4B09-B4D7-1A622F8B9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74AC8D4E-DA10-4151-827D-8FAE986B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Local commerce is still opaque to autonomous agents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9919D64C-3ED9-4288-B36C-BC796F30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3A136966-AA4B-4CDA-8DF7-206C8596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Free discovery
Stale data and no accountability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02F77AF2-3497-454D-9036-E84F56A7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 freshness guarantee
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 cryptographic origin
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 settlement path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F44A3B49-932E-4EA1-A37D-7572AD661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F7EBA2A9-7A6A-41BB-9CFF-1BA3C40B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Trusted answers
Paid, signed, and attributable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70F3A007-99D5-4FB3-8F73-5D7C3FFA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Merchant earns per answer
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Agent verifies every quote
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USDC closes the loop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23F43B39-9FDE-4734-9184-52CF6CD9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TRUST GAP
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An agent cannot safely act on stale listings, unverifiable prices, or unknown fulfillment. Reliable answers cost merchants money to produce — but today there is no native way to pay for them and carry that trust into settlement.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2568330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CF5A4CE7-894F-4F33-A3B6-858E343B8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023CD4DF-87C4-44CB-AED5-D4C89620F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One intent becomes a bounded onchain commerce loop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3EC81C4C-D805-451F-BABC-5778F8DED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0CF13C78-026F-409B-AD64-3FE03C0BB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F2456DB4-9413-4D74-8760-32BB57D1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B1CB7A7D-6BEC-4281-8EA0-E38837B8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DISCOVER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E6794469-E707-4407-89B6-036A83C4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DECIDE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A6CD1B71-02FE-4CB7-8372-676EFB46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SETTLE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E3139469-71B1-41EB-8D30-6582884F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Verify and rank
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It recovers EIP-712 signers, validates totals, and scores merchants from real operating signals.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2B18298B-1A54-4BF6-A5D4-89B6CF121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Pay for signal
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agent buys live merchant quotes through x402 using a strict Gateway USDC research budget.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14883EB9-70D0-4C39-92CD-4D0860C3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Release on pickup
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Arc escrow holds the order principal until the merchant proves the shopper handoff.</a:t>
            </a:r>
          </a:p>
        </p:txBody>
      </p:sp>
    </p:spTree>
    <p:extLst>
      <p:ext uri="{BB962C8B-B14F-4D97-AF65-F5344CB8AC3E}">
        <p14:creationId xmlns:p14="http://schemas.microsoft.com/office/powerpoint/2010/main" val="53520847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57DEE4F1-F7F3-4DE0-ADE6-84DFA0EF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441A5FC4-A228-4146-B6F7-5808BB80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agent decides from explicit signals — not a black box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F77DB800-1810-4BB6-BF2A-FBC28764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45% · SKU coverage
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Can this merchant fulfill the requested basket now?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7024729B-2720-4D81-8C77-7D6BF472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25% · Quality
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Does the merchant meet the shopper's quality threshold?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0450CEA2-3C32-453D-8E9D-10A3D1DB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20% · Distance
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Is pickup practical within the local mission radius?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D2FC4EB3-82F9-4412-BEFE-67EEAF84B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10% · Negotiability
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Is the merchant willing to optimize price or bundle terms?</a:t>
            </a:r>
          </a:p>
        </p:txBody>
      </p:sp>
    </p:spTree>
    <p:extLst>
      <p:ext uri="{BB962C8B-B14F-4D97-AF65-F5344CB8AC3E}">
        <p14:creationId xmlns:p14="http://schemas.microsoft.com/office/powerpoint/2010/main" val="208335305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3B66F29D-B549-47D4-8299-D34694F5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EBB66BED-3733-404F-8BA4-63A6A45A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Every trust boundary is independently verifiable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723553C7-3CC4-4CB3-A2BE-6DCF7C95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Gateway + x402
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Gasless sub-cent authorizations make paid discovery economically viable.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5E80BAFD-E6CB-4CE9-8FCF-FEB92202F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Signed quotes
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Merchant identity, basket hash, total, nonce, and expiry are checked by the agent.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070007D1-987C-4416-8B32-8380D272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Policy ledger
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Pending, settled, and failed reservations prevent duplicate or unbounded spend.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79E7B01F-632D-43D7-8C81-7FCA474E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Arc escrow
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Pickup proof releases USDC; cancellation and timeout paths protect the shopper.</a:t>
            </a:r>
          </a:p>
        </p:txBody>
      </p:sp>
    </p:spTree>
    <p:extLst>
      <p:ext uri="{BB962C8B-B14F-4D97-AF65-F5344CB8AC3E}">
        <p14:creationId xmlns:p14="http://schemas.microsoft.com/office/powerpoint/2010/main" val="84738525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A642B105-5198-4C36-92B7-5C48F5D0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41C9D0F7-57ED-4126-902A-5F884AF1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3EB6B6E4-8072-47C0-8AA8-7AD3C6C1C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5C3398B5-FD6E-45D1-B3BB-2C1A99AF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F392F400-D3B6-4C27-9956-627BB1E5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MVP has working Arc Testnet evidence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D5D24BD9-3574-45FE-822C-A6C89BEE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testnet USDC
paid through x402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463ABA6F-5449-44E9-A285-5F33D7A3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automated tests
passing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277E52FA-610D-4185-94D3-3FAF0CDE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verified paid
quote round trips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43AA8AC2-9126-4853-851C-0CD6C5E7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0.0025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FBD25626-229B-4420-8954-084526C32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32C7C22F-AFC3-495E-8D46-47680824D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23 / 23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82FC3DF9-3998-4AE0-9213-4EA19B9B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VERIFIED, NOT SIMULATED
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funded agent wallet bought merchant data, the corrected paid path returned signed quotes, and OrderEscrow is deployed with a complete browser-wallet lifecycle ready for the final recorded release.</a:t>
            </a:r>
          </a:p>
        </p:txBody>
      </p:sp>
    </p:spTree>
    <p:extLst>
      <p:ext uri="{BB962C8B-B14F-4D97-AF65-F5344CB8AC3E}">
        <p14:creationId xmlns:p14="http://schemas.microsoft.com/office/powerpoint/2010/main" val="139206712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B22F054E-DB23-4745-B364-EEB2745ED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098A60B3-7026-4303-80C8-87B8F454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Errand can become the agent-commerce layer for delivery platforms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C0A9E047-3696-4E0D-A74D-46ECF4BA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3BB7E1FA-0A86-4461-B0FD-2DF33CD6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Enterprise SDK
Embed autonomous procurement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8DB1807B-94A7-4744-82D9-5B97BD6E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Merchant discovery and routing
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Configurable spend policies
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Operator-grade evidence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F2037831-1C11-4871-8E80-E46EF2042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60086A69-3021-43B3-8BA4-D7DED701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Transaction rail
Earn on agent activity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30019796-F2F3-4F2A-9ED7-55B7749A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SaaS platform fee
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Per-agent transaction fee
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Settlement infrastructure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20956D0D-7D83-4965-98A6-CB92CD7C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WEDGE → PLATFORM
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Start with local pickup procurement. Expand the same decision, wallet-policy, merchant-payment, and conditional-settlement rails into delivery, mobility, field service, and B2B purchasing.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00760440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3B130762-20F2-4EC8-AC0C-0DBA1EE1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Agents can buy locally.
Now they can prove it.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4816C1A9-A650-465A-99F7-0EEAC588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Arc Testnet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USDC-native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Live MVP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0802723A-8130-41D7-9428-DF0663C7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ERRAND</a:t>
            </a:r>
          </a:p>
        </p:txBody>
      </p:sp>
    </p:spTree>
    <p:extLst>
      <p:ext uri="{BB962C8B-B14F-4D97-AF65-F5344CB8AC3E}">
        <p14:creationId xmlns:p14="http://schemas.microsoft.com/office/powerpoint/2010/main" val="6394891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2026-07-21T18:19:37.4610000Z</dcterms:created>
  <dcterms:modified xsi:type="dcterms:W3CDTF">2026-07-21T18:19:37.4610000Z</dcterms:modified>
</coreProperties>
</file>